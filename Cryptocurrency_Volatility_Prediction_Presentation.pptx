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Cryptocurrency Volatility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Machine Learning</a:t>
            </a:r>
          </a:p>
          <a:p/>
          <a:p>
            <a:r>
              <a:t>Adarsh Srivastav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Cryptocurrency markets are highly volatile.</a:t>
            </a:r>
          </a:p>
          <a:p>
            <a:r>
              <a:t>Accurate volatility prediction helps in:</a:t>
            </a:r>
          </a:p>
          <a:p>
            <a:r>
              <a:t>- Risk management</a:t>
            </a:r>
          </a:p>
          <a:p>
            <a:r>
              <a:t>- Trading strategies</a:t>
            </a:r>
          </a:p>
          <a:p>
            <a:r>
              <a:t>- Portfolio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data of 50+ cryptocurrencies</a:t>
            </a:r>
          </a:p>
          <a:p>
            <a:r>
              <a:t>Features:</a:t>
            </a:r>
          </a:p>
          <a:p>
            <a:r>
              <a:t>- OHLC Prices</a:t>
            </a:r>
          </a:p>
          <a:p>
            <a:r>
              <a:t>- Trading Volume</a:t>
            </a:r>
          </a:p>
          <a:p>
            <a:r>
              <a:t>- Market Capitalization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Missing value handling</a:t>
            </a:r>
          </a:p>
          <a:p>
            <a:r>
              <a:t>- Duplicate removal</a:t>
            </a:r>
          </a:p>
          <a:p>
            <a:r>
              <a:t>- Normalization &amp; scaling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Daily returns</a:t>
            </a:r>
          </a:p>
          <a:p>
            <a:r>
              <a:t>- Rolling volatility (14-day)</a:t>
            </a:r>
          </a:p>
          <a:p>
            <a:r>
              <a:t>- Moving averages</a:t>
            </a:r>
          </a:p>
          <a:p>
            <a:r>
              <a:t>- Liquidity ratio</a:t>
            </a:r>
          </a:p>
          <a:p>
            <a:r>
              <a:t>- Technical indicators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Price trends</a:t>
            </a:r>
          </a:p>
          <a:p>
            <a:r>
              <a:t>- Volume distributions</a:t>
            </a:r>
          </a:p>
          <a:p>
            <a:r>
              <a:t>- Correlation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considered:</a:t>
            </a:r>
          </a:p>
          <a:p>
            <a:r>
              <a:t>- Linear Regression</a:t>
            </a:r>
          </a:p>
          <a:p>
            <a:r>
              <a:t>- Random Forest Regressor</a:t>
            </a:r>
          </a:p>
          <a:p/>
          <a:p>
            <a:r>
              <a:t>Final Model: Random Forest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Metrics:</a:t>
            </a:r>
          </a:p>
          <a:p>
            <a:r>
              <a:t>- Mean Squared Error (MSE)</a:t>
            </a:r>
          </a:p>
          <a:p>
            <a:r>
              <a:t>- Mean Absolute Error (MAE)</a:t>
            </a:r>
          </a:p>
          <a:p>
            <a:r>
              <a:t>- R²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Crypto markets are highly volatile</a:t>
            </a:r>
          </a:p>
          <a:p>
            <a:r>
              <a:t>- Volume impacts volatility</a:t>
            </a:r>
          </a:p>
          <a:p>
            <a:r>
              <a:t>- Feature engineering improves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Machine learning effectively predicts volatility.</a:t>
            </a:r>
          </a:p>
          <a:p/>
          <a:p>
            <a:r>
              <a:t>Future Scope:</a:t>
            </a:r>
          </a:p>
          <a:p>
            <a:r>
              <a:t>- LSTM models</a:t>
            </a:r>
          </a:p>
          <a:p>
            <a:r>
              <a:t>- Sentiment analysis</a:t>
            </a:r>
          </a:p>
          <a:p>
            <a:r>
              <a:t>- Real-time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